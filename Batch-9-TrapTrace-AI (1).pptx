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6" autoAdjust="0"/>
    <p:restoredTop sz="94674"/>
  </p:normalViewPr>
  <p:slideViewPr>
    <p:cSldViewPr snapToGrid="0">
      <p:cViewPr varScale="1">
        <p:scale>
          <a:sx n="132" d="100"/>
          <a:sy n="13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94604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dirty="0"/>
                        <a:t>TEAM MEMBERS</a:t>
                      </a:r>
                    </a:p>
                    <a:p>
                      <a:r>
                        <a:rPr dirty="0"/>
                        <a:t>1. </a:t>
                      </a:r>
                      <a:r>
                        <a:rPr lang="en-US" dirty="0" err="1"/>
                        <a:t>K.Srikar</a:t>
                      </a:r>
                      <a:r>
                        <a:rPr lang="en-US" dirty="0"/>
                        <a:t>- 2420090111</a:t>
                      </a:r>
                      <a:endParaRPr dirty="0"/>
                    </a:p>
                    <a:p>
                      <a:r>
                        <a:rPr dirty="0"/>
                        <a:t>2. </a:t>
                      </a:r>
                      <a:r>
                        <a:rPr lang="en-US" dirty="0" err="1"/>
                        <a:t>G.Vineet</a:t>
                      </a:r>
                      <a:r>
                        <a:rPr dirty="0"/>
                        <a:t> – </a:t>
                      </a:r>
                      <a:r>
                        <a:rPr lang="en-US" dirty="0"/>
                        <a:t>2420030375</a:t>
                      </a:r>
                      <a:endParaRPr dirty="0"/>
                    </a:p>
                    <a:p>
                      <a:r>
                        <a:rPr dirty="0"/>
                        <a:t>3. </a:t>
                      </a:r>
                      <a:r>
                        <a:rPr lang="en-US" dirty="0" err="1"/>
                        <a:t>M.Rohith</a:t>
                      </a:r>
                      <a:r>
                        <a:rPr dirty="0"/>
                        <a:t> – </a:t>
                      </a:r>
                      <a:r>
                        <a:rPr lang="en-US" dirty="0"/>
                        <a:t>2420030783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878328"/>
              </p:ext>
            </p:extLst>
          </p:nvPr>
        </p:nvGraphicFramePr>
        <p:xfrm>
          <a:off x="-795813" y="4774125"/>
          <a:ext cx="5902325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dirty="0"/>
                        <a:t>UNDER THE GUIDANCE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Neelima Gogineni</a:t>
                      </a:r>
                      <a:endParaRPr dirty="0"/>
                    </a:p>
                    <a:p>
                      <a:r>
                        <a:rPr dirty="0"/>
                        <a:t>Department of Computer Science and Engineering</a:t>
                      </a:r>
                    </a:p>
                    <a:p>
                      <a:r>
                        <a:rPr dirty="0"/>
                        <a:t>KLH CSE </a:t>
                      </a:r>
                      <a:r>
                        <a:rPr dirty="0" err="1"/>
                        <a:t>Bowrampet</a:t>
                      </a:r>
                      <a:r>
                        <a:rPr dirty="0"/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ctr"/>
            <a:r>
              <a:rPr sz="1100" b="0">
                <a:solidFill>
                  <a:srgbClr val="232323"/>
                </a:solidFill>
                <a:latin typeface="Aptos"/>
              </a:rPr>
              <a:t>20 AUGUST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 algn="ctr"/>
            <a:r>
              <a:rPr sz="1000" b="0">
                <a:solidFill>
                  <a:srgbClr val="232323"/>
                </a:solidFill>
                <a:latin typeface="Aptos"/>
              </a:rPr>
              <a:t>TRAPTRACE – AI-POWERED SCAM DETECTOR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algn="ctr"/>
            <a:r>
              <a:rPr sz="1000" b="0">
                <a:solidFill>
                  <a:srgbClr val="646464"/>
                </a:solidFill>
                <a:latin typeface="Aptos"/>
              </a:rPr>
              <a:t>1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400" b="1">
                <a:solidFill>
                  <a:srgbClr val="122B46"/>
                </a:solidFill>
                <a:latin typeface="Aptos"/>
              </a:rPr>
              <a:t>TRAPTRACE – AI-POWERED SCAM DETECTOR AND PHISHING MESSAGE DETECTOR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800" b="1" dirty="0">
                <a:solidFill>
                  <a:srgbClr val="E66923"/>
                </a:solidFill>
                <a:latin typeface="Aptos"/>
              </a:rPr>
              <a:t>SOA PROJECT REVIEW –</a:t>
            </a:r>
            <a:r>
              <a:rPr lang="en-US" sz="1800" b="1" dirty="0">
                <a:solidFill>
                  <a:srgbClr val="E66923"/>
                </a:solidFill>
                <a:latin typeface="Aptos"/>
              </a:rPr>
              <a:t>1</a:t>
            </a:r>
            <a:endParaRPr sz="1800" b="1" dirty="0">
              <a:solidFill>
                <a:srgbClr val="E6692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>
                <a:solidFill>
                  <a:srgbClr val="646464"/>
                </a:solidFill>
                <a:latin typeface="Aptos"/>
              </a:rPr>
              <a:t>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00" b="1">
                <a:solidFill>
                  <a:srgbClr val="122B46"/>
                </a:solidFill>
                <a:latin typeface="Aptos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41203" y="1236694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700" b="1" dirty="0">
                <a:solidFill>
                  <a:srgbClr val="E66923"/>
                </a:solidFill>
                <a:latin typeface="Aptos"/>
              </a:rPr>
              <a:t>PROJECT REVIEW FOCUS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0578" y="1604442"/>
            <a:ext cx="4663440" cy="41148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Introduction &amp; Motivation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Problem Statement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Research Objectives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Literature Survey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Problem Gap Identification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Innovation, Creativity &amp; Novelty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Feasibility &amp; Project Plan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232323"/>
                </a:solidFill>
                <a:latin typeface="Aptos"/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25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900" b="1">
                <a:solidFill>
                  <a:srgbClr val="E66923"/>
                </a:solidFill>
                <a:latin typeface="Aptos"/>
              </a:rPr>
              <a:t>WHY TRAPTRACE?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Scam and phishing messages increasingly use deceptive language, urgency, impersonation and malicious links.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Traditional blacklist and rule-based approaches may miss newly generated or obfuscated threats.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Users often cannot determine whether a suspicious message or URL is safe before interacting with it.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Many solutions focus on a single threat vector instead of combining message and URL analysis.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A practical system is needed to provide fast, understandable and AI-assisted threat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650" b="1">
                <a:solidFill>
                  <a:srgbClr val="1F4E79"/>
                </a:solidFill>
                <a:latin typeface="Aptos"/>
              </a:rPr>
              <a:t>Proposed direction: combine NLP + ML/DL + URL feature analysis in one web platform.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1033272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Develop an AI-based system to classify scam and phishing messages.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Apply NLP preprocessing and feature extraction using NLTK and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spaCy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Use Scikit-learn,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PyTorch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and Hugging Face Transformers for intelligent classification.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Analyze suspicious URLs using lexical and structural characteristics.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Generate a clear threat category and risk assessment for the user.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Provide secure user authentication using JWT and store detection history in MySQL.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Build a responsive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React.js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frontend connected to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FastAPI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REST APIs.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Support testing, containerization and cloud deployment using Postman, Docker and AWS.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algn="ctr"/>
            <a:r>
              <a:rPr sz="1000" b="0">
                <a:solidFill>
                  <a:srgbClr val="646464"/>
                </a:solidFill>
                <a:latin typeface="Aptos"/>
              </a:rPr>
              <a:t>5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822960"/>
          <a:ext cx="116128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Authors / Year</a:t>
                      </a:r>
                    </a:p>
                  </a:txBody>
                  <a:tcPr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Title / Area</a:t>
                      </a:r>
                    </a:p>
                  </a:txBody>
                  <a:tcPr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Key Inference</a:t>
                      </a:r>
                    </a:p>
                  </a:txBody>
                  <a:tcPr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Limitation / Future Work</a:t>
                      </a:r>
                    </a:p>
                  </a:txBody>
                  <a:tcPr>
                    <a:solidFill>
                      <a:srgbClr val="12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Sahoo, Liu &amp; Hoi (2017)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Malicious URL Detection using Machine Learning: A Survey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URL feature representation + ML classification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ML can generalize beyond fixed blacklists by learning from URL features.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Feature extraction can be costly; robustness to unseen URLs remains a challenge.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SLR (2023)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A Systematic Literature Review on Phishing Website Detection Techniques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Blacklist, heuristic, ML and DL approaches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ML and DL are widely studied for phishing website detection.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Dataset quality, evolving attacks and generalization remain important issues.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SLR (2022)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Applications of Deep Learning for Phishing Detection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DNN, CNN, RNN/LSTM and hybrid DL models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Deep learning is promising across URL, website-content and email-based detection.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Need better feature selection, datasets and practical deployment evaluation.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Recent studies (2025–2026)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Transformer-based Phishing Email Detection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NLP + BERT/RoBERTa/transformer classification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232323"/>
                          </a:solidFill>
                          <a:latin typeface="Aptos"/>
                        </a:rPr>
                        <a:t>Context-aware transformers can capture deceptive language patterns.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 dirty="0">
                          <a:solidFill>
                            <a:srgbClr val="232323"/>
                          </a:solidFill>
                          <a:latin typeface="Aptos"/>
                        </a:rPr>
                        <a:t>Need transparency, robustness, continual adaptation and real-world validation.</a:t>
                      </a:r>
                    </a:p>
                  </a:txBody>
                  <a:tcPr marL="36576" marR="36576" marT="36576" marB="36576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5742432"/>
            <a:ext cx="11064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830" b="0">
                <a:solidFill>
                  <a:srgbClr val="646464"/>
                </a:solidFill>
                <a:latin typeface="Aptos"/>
              </a:rPr>
              <a:t>References: Sahoo et al. (2017); phishing website detection SLR (2023); deep-learning phishing SLR (2022); recent transformer-based phishing-email studies.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SINGLE-VECTOR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07592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Many approaches emphasize only URLs, websites, or email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EVOLVING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Blacklists and static rules can struggle with new or obfuscated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CONTEXT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90088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Keyword-only methods may miss the intent and context of deceptive messages.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9624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31336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Users need understandable reasons for why content is classified as risky.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90872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PRACTICAL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72584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A unified system is needed for AI detection, authentication, history and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50" b="1">
                <a:solidFill>
                  <a:srgbClr val="E66923"/>
                </a:solidFill>
                <a:latin typeface="Aptos"/>
              </a:rPr>
              <a:t>TrapTrace addresses the gap by integrating message + URL analysis with modern NLP/AI models in a single platform.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B46"/>
                </a:solidFill>
                <a:latin typeface="Aptos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AI-powered scam and phishing message classification.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Combines NLP, ML and deep-learning approaches.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Risk-oriented output for suspicious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Simple interface for submitting messages or URLs.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Highlights suspicious patterns and indicators.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Detection history helps users review previous analyses.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NOVELTY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Unified message + phishing URL detection.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Transformer-based language analysis can capture context.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Designed as a deployable full-stack cybersecurity application.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325880"/>
            <a:ext cx="3657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657600" cy="31546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Technical: Python, FastAPI, React.js and AI/ML stack are practical for a student prototype.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Data: public phishing/scam datasets can support training and evaluation.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Operational: web interface provides a simple workflow for end users.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Deployment: Docker and AWS support reproducible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949440" cy="45720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PROJECT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1. Research &amp;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901952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86584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2. Data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386584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71216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3. ML/DL Model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71216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5–7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55848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4. FastAPI +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355848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8–9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5. React Frontend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840480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10–11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25112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6. Testing &amp;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325112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09744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7. Docker + AWS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809744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94376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8. Documentation &amp; Final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5294376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10698480" cy="38404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22B46"/>
                </a:solidFill>
                <a:latin typeface="Aptos"/>
              </a:rPr>
              <a:t>Future Work: real-time threat intelligence • multilingual detection • browser/email integration • continual learning •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837</Words>
  <Application>Microsoft Macintosh PowerPoint</Application>
  <PresentationFormat>Widescreen</PresentationFormat>
  <Paragraphs>142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KARNATI SRIKAR 2420090111</cp:lastModifiedBy>
  <cp:revision>36</cp:revision>
  <dcterms:created xsi:type="dcterms:W3CDTF">2026-08-08T06:33:56Z</dcterms:created>
  <dcterms:modified xsi:type="dcterms:W3CDTF">2026-09-22T08:19:58Z</dcterms:modified>
</cp:coreProperties>
</file>